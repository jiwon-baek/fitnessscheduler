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66" r:id="rId4"/>
    <p:sldId id="261" r:id="rId5"/>
    <p:sldId id="258" r:id="rId6"/>
    <p:sldId id="260" r:id="rId7"/>
    <p:sldId id="263" r:id="rId8"/>
    <p:sldId id="26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518" y="2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91879-38DF-44CE-B6A1-788FADF54AD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5671E-2EB3-4E26-8388-2E46851EF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102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F340F-F364-F4F9-F002-1E7970312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AAF75D-2AE9-6878-0935-A00C74B07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13CAD-B2BA-BC16-CE89-72102039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F2AEB2-AB10-584A-323D-1DE1267A6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8A702E-5E0D-E756-F3AD-FFD101A9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68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63DAE-6688-ADA3-6C4F-F3F7218D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C9988E-D364-0315-E0AF-E502E3BF5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8CF502-B098-D57B-177C-E48086DEC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C44C8D-AA0B-7C9B-FEEA-513AEFEF1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D8A66E-5E3D-2BF0-F1A3-CFD1377D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77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677B6-9DE2-4FA4-0516-67046BDC7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1AA031-0202-711F-4FD2-EC6EE96CE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C99FB-74AB-D25E-3DEE-4F28FB64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F12FB6-445F-BB7E-C364-6E3E4379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0AB0FC-8D7C-1FFB-736B-603799E6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91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FDEF3-6483-E583-C5EE-21CDA882A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8D1A09-92A0-4628-953E-C106BD8FE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7E3256-64D1-4015-9D41-AC0683C0D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A51908-94B1-4C7E-175F-51F758DA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E12093-3FFE-C08D-821E-F74DC8613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F48F54-A046-CBFA-1970-EB4E82AF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346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B1162-43E3-89F4-6DA0-37AEB9EBF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EF264E-F551-8580-AC52-112DF0E17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4D585-FE8D-B3F1-666E-D67100609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EE9E4F-9049-FF36-049D-23E7EA4D1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91A903-2646-2BE1-B0C3-433DDC4D3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CD7217-969E-14CB-8986-16472F9DF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0EA1DC3-CB0B-77BE-FB30-4B00EEE9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C19073-21F6-E6DC-17B3-88419900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56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CCBAF-AD47-824D-9081-6BD53C14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C59BC7-B674-4390-2D31-3EBD6643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D8E1F0-3129-1D44-D065-71C32BA37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AC9B34-F8D9-31EC-7A5F-B4350A35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12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FF9C63-EE8C-ED14-78C5-AA1EBE655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9C22F4-BAF9-90E6-5FE2-7AF73EC6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323B9A-D97F-64E6-1EA8-F934607E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00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6302D-E06B-E7E8-2DDD-71985FE77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3704CF-278B-9C56-679C-772053D81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F599AE-96FC-DF6B-189D-FBB30CBD7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3C4AE2-580A-A237-64E1-96775A9E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C13F00-BB4D-24F4-0AD5-B7EB7CE8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14B2E5-270A-701F-0F40-EC3FE5DF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17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A4098-EDC3-D954-2AFC-70A626A34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87E6A5-09D0-DFF1-1E78-AE72193D0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09D50A-70C2-5480-2D9C-C94BF197D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65D9F4-65B0-7BBD-B140-727D812CF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3FC27A-515D-4B21-7FED-A5AB4B22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0450B3-3D82-88D5-6326-031476A0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50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B9A0A-D7E1-7813-EF65-472B9A16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914325-CA13-8F89-D2D7-27CF6696F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E3A5D2-40D4-DB29-D41F-893BB863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543676-94A4-A73B-0219-4BC6B41A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E432AE-E810-7BA7-1C7E-E84E26E7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92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F821C7-85F3-5F76-C1F2-90A208146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C3B733-8D4E-59FF-F60C-D51622EF5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2D5F3-2204-5F65-C0A4-87B73237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DB0351-2EF0-CE3B-08B1-31194865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36AFC7-5302-0DAA-3C06-D58A75C7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1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CCD743-99F6-5EF6-DBFC-CB78EF3AB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BBC3A7-EEA9-14DB-0A67-537CCB8C8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0AF5FF-FA7E-CD27-9992-5149ED38E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237CC-3E4F-4115-ADE6-DEF0A16A420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213D96-F725-790A-59E2-F25E64774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8AC8ED-E67C-539E-9854-484A69E4D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F48C3-A30D-4642-8BBD-73C94B73B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541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307FA32-F7CB-68C3-B0BF-3C8EFB857F70}"/>
              </a:ext>
            </a:extLst>
          </p:cNvPr>
          <p:cNvSpPr/>
          <p:nvPr/>
        </p:nvSpPr>
        <p:spPr>
          <a:xfrm>
            <a:off x="257175" y="128587"/>
            <a:ext cx="1407319" cy="4479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회원목록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D603D8-0D62-4FFF-54F9-7164379A8F2B}"/>
              </a:ext>
            </a:extLst>
          </p:cNvPr>
          <p:cNvSpPr/>
          <p:nvPr/>
        </p:nvSpPr>
        <p:spPr>
          <a:xfrm>
            <a:off x="257175" y="555070"/>
            <a:ext cx="2764631" cy="61671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BC3E6-CBF7-6E06-07EB-285A025B9A5B}"/>
              </a:ext>
            </a:extLst>
          </p:cNvPr>
          <p:cNvSpPr txBox="1"/>
          <p:nvPr/>
        </p:nvSpPr>
        <p:spPr>
          <a:xfrm>
            <a:off x="421481" y="664369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백지원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0FA794-BEAE-65A4-632C-47AB2855A9E1}"/>
              </a:ext>
            </a:extLst>
          </p:cNvPr>
          <p:cNvSpPr txBox="1"/>
          <p:nvPr/>
        </p:nvSpPr>
        <p:spPr>
          <a:xfrm>
            <a:off x="421481" y="1107282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신진선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101F1E-2275-364D-ECDA-837F7286EF31}"/>
              </a:ext>
            </a:extLst>
          </p:cNvPr>
          <p:cNvSpPr txBox="1"/>
          <p:nvPr/>
        </p:nvSpPr>
        <p:spPr>
          <a:xfrm>
            <a:off x="421481" y="1555197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김영희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9CD0B4-884F-E1AB-EAE1-8ECA8D6A1060}"/>
              </a:ext>
            </a:extLst>
          </p:cNvPr>
          <p:cNvSpPr/>
          <p:nvPr/>
        </p:nvSpPr>
        <p:spPr>
          <a:xfrm>
            <a:off x="657225" y="6302930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 </a:t>
            </a:r>
            <a:r>
              <a:rPr lang="ko-KR" altLang="en-US" sz="160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추가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+</a:t>
            </a:r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B35B048-A148-A37C-3F67-B2249C54A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61807"/>
              </p:ext>
            </p:extLst>
          </p:nvPr>
        </p:nvGraphicFramePr>
        <p:xfrm>
          <a:off x="3396454" y="224909"/>
          <a:ext cx="8619336" cy="592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417">
                  <a:extLst>
                    <a:ext uri="{9D8B030D-6E8A-4147-A177-3AD203B41FA5}">
                      <a16:colId xmlns:a16="http://schemas.microsoft.com/office/drawing/2014/main" val="1903517033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45117662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85172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624361746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3898843691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7203737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41662204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43583010"/>
                    </a:ext>
                  </a:extLst>
                </a:gridCol>
              </a:tblGrid>
              <a:tr h="4232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04518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7435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7048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58746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15757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6461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3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29606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4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68785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5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73591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6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515782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7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07504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8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58772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9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908625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40016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E8594D29-70E8-8602-3A66-594E11ADED7F}"/>
              </a:ext>
            </a:extLst>
          </p:cNvPr>
          <p:cNvSpPr/>
          <p:nvPr/>
        </p:nvSpPr>
        <p:spPr>
          <a:xfrm>
            <a:off x="3396454" y="6390796"/>
            <a:ext cx="2268540" cy="271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운영시간 등록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E69B170-E251-B28B-96ED-CFA6300ED5EC}"/>
              </a:ext>
            </a:extLst>
          </p:cNvPr>
          <p:cNvSpPr/>
          <p:nvPr/>
        </p:nvSpPr>
        <p:spPr>
          <a:xfrm>
            <a:off x="7706122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스케줄 초기화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E0C215-5653-AC4A-AD19-92558F9BB9C4}"/>
              </a:ext>
            </a:extLst>
          </p:cNvPr>
          <p:cNvSpPr/>
          <p:nvPr/>
        </p:nvSpPr>
        <p:spPr>
          <a:xfrm>
            <a:off x="9901239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전체 정보 초기화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BC80F1-8B67-DBFD-6C1D-21F36402758B}"/>
              </a:ext>
            </a:extLst>
          </p:cNvPr>
          <p:cNvSpPr txBox="1"/>
          <p:nvPr/>
        </p:nvSpPr>
        <p:spPr>
          <a:xfrm>
            <a:off x="4363072" y="4692251"/>
            <a:ext cx="3180728" cy="361474"/>
          </a:xfrm>
          <a:prstGeom prst="roundRect">
            <a:avLst>
              <a:gd name="adj" fmla="val 11002"/>
            </a:avLst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사용자는 헬스장 운영시간을 등록할 수 있음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5C82237-5D21-95F6-1894-071822979E6B}"/>
              </a:ext>
            </a:extLst>
          </p:cNvPr>
          <p:cNvCxnSpPr>
            <a:cxnSpLocks/>
            <a:stCxn id="28" idx="2"/>
            <a:endCxn id="25" idx="0"/>
          </p:cNvCxnSpPr>
          <p:nvPr/>
        </p:nvCxnSpPr>
        <p:spPr>
          <a:xfrm flipH="1">
            <a:off x="4530724" y="5053725"/>
            <a:ext cx="1422712" cy="1337071"/>
          </a:xfrm>
          <a:prstGeom prst="line">
            <a:avLst/>
          </a:prstGeom>
          <a:ln w="38100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B1792B6-486B-23E5-0E63-C43EC2F71F45}"/>
              </a:ext>
            </a:extLst>
          </p:cNvPr>
          <p:cNvSpPr/>
          <p:nvPr/>
        </p:nvSpPr>
        <p:spPr>
          <a:xfrm>
            <a:off x="5806440" y="6390796"/>
            <a:ext cx="1819115" cy="271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이미지로 저장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663F00-404C-9C53-2914-D5E3A45550CB}"/>
              </a:ext>
            </a:extLst>
          </p:cNvPr>
          <p:cNvSpPr txBox="1"/>
          <p:nvPr/>
        </p:nvSpPr>
        <p:spPr>
          <a:xfrm>
            <a:off x="1471725" y="4692251"/>
            <a:ext cx="2345895" cy="361474"/>
          </a:xfrm>
          <a:prstGeom prst="roundRect">
            <a:avLst>
              <a:gd name="adj" fmla="val 11002"/>
            </a:avLst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사용자는 회원을 추가할 수 있음</a:t>
            </a:r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62337E0-2867-2081-04E7-F01EF3AF1ECB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1664494" y="5053725"/>
            <a:ext cx="980179" cy="1249205"/>
          </a:xfrm>
          <a:prstGeom prst="line">
            <a:avLst/>
          </a:prstGeom>
          <a:ln w="38100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75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553A5-C0A0-FFF8-5B8D-41CF88B77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9025AA-BA55-D0B1-E160-C8B0780E86E7}"/>
              </a:ext>
            </a:extLst>
          </p:cNvPr>
          <p:cNvSpPr/>
          <p:nvPr/>
        </p:nvSpPr>
        <p:spPr>
          <a:xfrm>
            <a:off x="257175" y="128587"/>
            <a:ext cx="1407319" cy="4479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회원목록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9655A8-97DE-5AEE-E308-967B1A845D85}"/>
              </a:ext>
            </a:extLst>
          </p:cNvPr>
          <p:cNvSpPr/>
          <p:nvPr/>
        </p:nvSpPr>
        <p:spPr>
          <a:xfrm>
            <a:off x="3396454" y="6390796"/>
            <a:ext cx="2268540" cy="271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운영시간 등록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44E951-FA8C-43DC-A7E6-DB189A9898A8}"/>
              </a:ext>
            </a:extLst>
          </p:cNvPr>
          <p:cNvSpPr/>
          <p:nvPr/>
        </p:nvSpPr>
        <p:spPr>
          <a:xfrm>
            <a:off x="257175" y="555070"/>
            <a:ext cx="2764631" cy="61671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7A329-9D9E-F057-4205-4E72457A4B91}"/>
              </a:ext>
            </a:extLst>
          </p:cNvPr>
          <p:cNvSpPr txBox="1"/>
          <p:nvPr/>
        </p:nvSpPr>
        <p:spPr>
          <a:xfrm>
            <a:off x="421481" y="664369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백지원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5F44A-DDD6-F4A3-BD8D-AC8E8F0C30CD}"/>
              </a:ext>
            </a:extLst>
          </p:cNvPr>
          <p:cNvSpPr txBox="1"/>
          <p:nvPr/>
        </p:nvSpPr>
        <p:spPr>
          <a:xfrm>
            <a:off x="421481" y="1107282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신진선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5EA1F-1F2C-4308-7483-C7BC82E3BD61}"/>
              </a:ext>
            </a:extLst>
          </p:cNvPr>
          <p:cNvSpPr txBox="1"/>
          <p:nvPr/>
        </p:nvSpPr>
        <p:spPr>
          <a:xfrm>
            <a:off x="421481" y="1555197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김영희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B296FC-82A1-D588-614F-9FA200B5DF52}"/>
              </a:ext>
            </a:extLst>
          </p:cNvPr>
          <p:cNvSpPr/>
          <p:nvPr/>
        </p:nvSpPr>
        <p:spPr>
          <a:xfrm>
            <a:off x="657225" y="6302930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 </a:t>
            </a:r>
            <a:r>
              <a:rPr lang="ko-KR" altLang="en-US" sz="160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추가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+</a:t>
            </a:r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B83338-F35B-8101-BD02-1587C1433EBE}"/>
              </a:ext>
            </a:extLst>
          </p:cNvPr>
          <p:cNvSpPr/>
          <p:nvPr/>
        </p:nvSpPr>
        <p:spPr>
          <a:xfrm>
            <a:off x="7706122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스케줄 초기화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1D9DF325-BD64-9D49-B33E-BACE0BE49802}"/>
              </a:ext>
            </a:extLst>
          </p:cNvPr>
          <p:cNvGraphicFramePr>
            <a:graphicFrameLocks noGrp="1"/>
          </p:cNvGraphicFramePr>
          <p:nvPr/>
        </p:nvGraphicFramePr>
        <p:xfrm>
          <a:off x="3396454" y="224909"/>
          <a:ext cx="8619336" cy="592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417">
                  <a:extLst>
                    <a:ext uri="{9D8B030D-6E8A-4147-A177-3AD203B41FA5}">
                      <a16:colId xmlns:a16="http://schemas.microsoft.com/office/drawing/2014/main" val="1903517033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45117662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85172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624361746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3898843691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7203737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41662204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43583010"/>
                    </a:ext>
                  </a:extLst>
                </a:gridCol>
              </a:tblGrid>
              <a:tr h="4232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04518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7435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7048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58746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15757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6461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3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29606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4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68785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5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73591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6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515782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7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07504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8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58772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9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908625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400164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CCDBDF-3700-5F88-ECEE-13DA7DBB9431}"/>
              </a:ext>
            </a:extLst>
          </p:cNvPr>
          <p:cNvSpPr/>
          <p:nvPr/>
        </p:nvSpPr>
        <p:spPr>
          <a:xfrm>
            <a:off x="9901239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전체 정보 초기화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4CA40B-CBA7-3D19-A24F-C6AA96DD1606}"/>
              </a:ext>
            </a:extLst>
          </p:cNvPr>
          <p:cNvSpPr/>
          <p:nvPr/>
        </p:nvSpPr>
        <p:spPr>
          <a:xfrm>
            <a:off x="178594" y="78581"/>
            <a:ext cx="11834812" cy="6700838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E44BC2-115C-5078-D337-0761372D0C70}"/>
              </a:ext>
            </a:extLst>
          </p:cNvPr>
          <p:cNvSpPr/>
          <p:nvPr/>
        </p:nvSpPr>
        <p:spPr>
          <a:xfrm>
            <a:off x="3100387" y="1283734"/>
            <a:ext cx="6500812" cy="47280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7479514-A398-2A50-276B-A680A8282501}"/>
              </a:ext>
            </a:extLst>
          </p:cNvPr>
          <p:cNvSpPr/>
          <p:nvPr/>
        </p:nvSpPr>
        <p:spPr>
          <a:xfrm>
            <a:off x="3100387" y="1233728"/>
            <a:ext cx="6500812" cy="32146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운영시간 등록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4B0D37A-5527-E195-B225-FDBECFC7B20A}"/>
              </a:ext>
            </a:extLst>
          </p:cNvPr>
          <p:cNvGraphicFramePr>
            <a:graphicFrameLocks noGrp="1"/>
          </p:cNvGraphicFramePr>
          <p:nvPr/>
        </p:nvGraphicFramePr>
        <p:xfrm>
          <a:off x="3203177" y="1957747"/>
          <a:ext cx="6295232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904">
                  <a:extLst>
                    <a:ext uri="{9D8B030D-6E8A-4147-A177-3AD203B41FA5}">
                      <a16:colId xmlns:a16="http://schemas.microsoft.com/office/drawing/2014/main" val="1903517033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1451176628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238517279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1624361746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3898843691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720373779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2416622048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2343583010"/>
                    </a:ext>
                  </a:extLst>
                </a:gridCol>
              </a:tblGrid>
              <a:tr h="20528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04518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7435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11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7048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12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58746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757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46461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3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296069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4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687859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5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3591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6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15782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7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075049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8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8772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9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908625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40016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BBAAEDA-08CA-F8A9-1551-A13CA81BF728}"/>
              </a:ext>
            </a:extLst>
          </p:cNvPr>
          <p:cNvSpPr txBox="1"/>
          <p:nvPr/>
        </p:nvSpPr>
        <p:spPr>
          <a:xfrm>
            <a:off x="3150393" y="1609489"/>
            <a:ext cx="3171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휴무 시간을 클릭하세요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. (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범위 드래그 가능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454658C-D3E1-ECB3-AEEF-7D5268EB948C}"/>
              </a:ext>
            </a:extLst>
          </p:cNvPr>
          <p:cNvSpPr/>
          <p:nvPr/>
        </p:nvSpPr>
        <p:spPr>
          <a:xfrm>
            <a:off x="8541147" y="5495212"/>
            <a:ext cx="957262" cy="39290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저장</a:t>
            </a:r>
          </a:p>
        </p:txBody>
      </p:sp>
    </p:spTree>
    <p:extLst>
      <p:ext uri="{BB962C8B-B14F-4D97-AF65-F5344CB8AC3E}">
        <p14:creationId xmlns:p14="http://schemas.microsoft.com/office/powerpoint/2010/main" val="906255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2791-9CC6-3A53-9CD7-03069628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6039E61-9522-4019-B8CF-DB9FE05A1974}"/>
              </a:ext>
            </a:extLst>
          </p:cNvPr>
          <p:cNvSpPr/>
          <p:nvPr/>
        </p:nvSpPr>
        <p:spPr>
          <a:xfrm>
            <a:off x="257175" y="128587"/>
            <a:ext cx="1407319" cy="4479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회원목록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A050FA-68B2-BE5E-8991-FEA3DF85F37B}"/>
              </a:ext>
            </a:extLst>
          </p:cNvPr>
          <p:cNvSpPr/>
          <p:nvPr/>
        </p:nvSpPr>
        <p:spPr>
          <a:xfrm>
            <a:off x="257175" y="555070"/>
            <a:ext cx="2764631" cy="61671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D81B62-0C21-1509-C64C-9701FF65CC95}"/>
              </a:ext>
            </a:extLst>
          </p:cNvPr>
          <p:cNvSpPr txBox="1"/>
          <p:nvPr/>
        </p:nvSpPr>
        <p:spPr>
          <a:xfrm>
            <a:off x="421481" y="664369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백지원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77A5A-580F-EE3A-E501-E924E2A2EE8C}"/>
              </a:ext>
            </a:extLst>
          </p:cNvPr>
          <p:cNvSpPr txBox="1"/>
          <p:nvPr/>
        </p:nvSpPr>
        <p:spPr>
          <a:xfrm>
            <a:off x="421481" y="1107282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신진선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EC1CC-64B8-7F02-C58F-1AD45868614C}"/>
              </a:ext>
            </a:extLst>
          </p:cNvPr>
          <p:cNvSpPr txBox="1"/>
          <p:nvPr/>
        </p:nvSpPr>
        <p:spPr>
          <a:xfrm>
            <a:off x="421481" y="1555197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김영희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1A661C-F2EB-21BA-6AAC-494392FA836C}"/>
              </a:ext>
            </a:extLst>
          </p:cNvPr>
          <p:cNvSpPr/>
          <p:nvPr/>
        </p:nvSpPr>
        <p:spPr>
          <a:xfrm>
            <a:off x="657225" y="6302930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 </a:t>
            </a:r>
            <a:r>
              <a:rPr lang="ko-KR" altLang="en-US" sz="160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추가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+</a:t>
            </a:r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42AED16-FB57-6A31-D3A0-5FB4866D2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471526"/>
              </p:ext>
            </p:extLst>
          </p:nvPr>
        </p:nvGraphicFramePr>
        <p:xfrm>
          <a:off x="3396454" y="224909"/>
          <a:ext cx="8619336" cy="592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417">
                  <a:extLst>
                    <a:ext uri="{9D8B030D-6E8A-4147-A177-3AD203B41FA5}">
                      <a16:colId xmlns:a16="http://schemas.microsoft.com/office/drawing/2014/main" val="1903517033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45117662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85172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624361746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3898843691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7203737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41662204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43583010"/>
                    </a:ext>
                  </a:extLst>
                </a:gridCol>
              </a:tblGrid>
              <a:tr h="4232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04518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7435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7048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58746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757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46461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3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29606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4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68785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5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3591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6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15782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7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07504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8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8772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9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908625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400164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A6D1220-3762-FA7F-A13D-5B76FEF7BFEF}"/>
              </a:ext>
            </a:extLst>
          </p:cNvPr>
          <p:cNvSpPr/>
          <p:nvPr/>
        </p:nvSpPr>
        <p:spPr>
          <a:xfrm>
            <a:off x="3396454" y="6390796"/>
            <a:ext cx="2268540" cy="271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운영시간 등록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738BCD-84ED-01C8-F763-CCACCE8D4574}"/>
              </a:ext>
            </a:extLst>
          </p:cNvPr>
          <p:cNvSpPr/>
          <p:nvPr/>
        </p:nvSpPr>
        <p:spPr>
          <a:xfrm>
            <a:off x="7706122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스케줄 초기화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021164-8228-A346-2291-1AA3752F479C}"/>
              </a:ext>
            </a:extLst>
          </p:cNvPr>
          <p:cNvSpPr/>
          <p:nvPr/>
        </p:nvSpPr>
        <p:spPr>
          <a:xfrm>
            <a:off x="9901239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전체 정보 초기화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0569DE-4C1B-0B53-94E7-9D5E1970339D}"/>
              </a:ext>
            </a:extLst>
          </p:cNvPr>
          <p:cNvSpPr/>
          <p:nvPr/>
        </p:nvSpPr>
        <p:spPr>
          <a:xfrm>
            <a:off x="5806440" y="6390796"/>
            <a:ext cx="1819115" cy="271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이미지로 저장</a:t>
            </a:r>
          </a:p>
        </p:txBody>
      </p:sp>
    </p:spTree>
    <p:extLst>
      <p:ext uri="{BB962C8B-B14F-4D97-AF65-F5344CB8AC3E}">
        <p14:creationId xmlns:p14="http://schemas.microsoft.com/office/powerpoint/2010/main" val="1998783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C2BE4-378B-C923-3BAD-F50B48AB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5033AF3-4D4E-352D-5FB9-C434F99A75BC}"/>
              </a:ext>
            </a:extLst>
          </p:cNvPr>
          <p:cNvSpPr/>
          <p:nvPr/>
        </p:nvSpPr>
        <p:spPr>
          <a:xfrm>
            <a:off x="257175" y="128587"/>
            <a:ext cx="1407319" cy="4479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회원목록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5606B3-E805-6019-399E-7900A271985A}"/>
              </a:ext>
            </a:extLst>
          </p:cNvPr>
          <p:cNvSpPr/>
          <p:nvPr/>
        </p:nvSpPr>
        <p:spPr>
          <a:xfrm>
            <a:off x="3396454" y="6390796"/>
            <a:ext cx="2268540" cy="271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운영시간 등록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57CB6D-85AA-AA61-B4EC-47117B768050}"/>
              </a:ext>
            </a:extLst>
          </p:cNvPr>
          <p:cNvSpPr/>
          <p:nvPr/>
        </p:nvSpPr>
        <p:spPr>
          <a:xfrm>
            <a:off x="257175" y="555070"/>
            <a:ext cx="2764631" cy="61671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81CBA-C72D-8A9B-54AF-98167B266300}"/>
              </a:ext>
            </a:extLst>
          </p:cNvPr>
          <p:cNvSpPr txBox="1"/>
          <p:nvPr/>
        </p:nvSpPr>
        <p:spPr>
          <a:xfrm>
            <a:off x="421481" y="664369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백지원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899BB-FA5A-E25A-6D13-119D001D7B67}"/>
              </a:ext>
            </a:extLst>
          </p:cNvPr>
          <p:cNvSpPr txBox="1"/>
          <p:nvPr/>
        </p:nvSpPr>
        <p:spPr>
          <a:xfrm>
            <a:off x="421481" y="1107282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신진선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7F5F2-E4D2-3985-DDDE-7C90CCA7D693}"/>
              </a:ext>
            </a:extLst>
          </p:cNvPr>
          <p:cNvSpPr txBox="1"/>
          <p:nvPr/>
        </p:nvSpPr>
        <p:spPr>
          <a:xfrm>
            <a:off x="421481" y="1555197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김영희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754417-39E1-3C5A-942E-F873C2EB1D81}"/>
              </a:ext>
            </a:extLst>
          </p:cNvPr>
          <p:cNvSpPr/>
          <p:nvPr/>
        </p:nvSpPr>
        <p:spPr>
          <a:xfrm>
            <a:off x="657225" y="6302930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 </a:t>
            </a:r>
            <a:r>
              <a:rPr lang="ko-KR" altLang="en-US" sz="160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추가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+</a:t>
            </a:r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9239C9-143C-CB45-F6B7-FAC88DF404B0}"/>
              </a:ext>
            </a:extLst>
          </p:cNvPr>
          <p:cNvSpPr/>
          <p:nvPr/>
        </p:nvSpPr>
        <p:spPr>
          <a:xfrm>
            <a:off x="7706122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스케줄 초기화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B1CD6D58-821D-0672-9DB2-69C1F6A5F7E9}"/>
              </a:ext>
            </a:extLst>
          </p:cNvPr>
          <p:cNvGraphicFramePr>
            <a:graphicFrameLocks noGrp="1"/>
          </p:cNvGraphicFramePr>
          <p:nvPr/>
        </p:nvGraphicFramePr>
        <p:xfrm>
          <a:off x="3396454" y="224909"/>
          <a:ext cx="8619336" cy="592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417">
                  <a:extLst>
                    <a:ext uri="{9D8B030D-6E8A-4147-A177-3AD203B41FA5}">
                      <a16:colId xmlns:a16="http://schemas.microsoft.com/office/drawing/2014/main" val="1903517033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45117662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85172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624361746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3898843691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7203737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41662204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43583010"/>
                    </a:ext>
                  </a:extLst>
                </a:gridCol>
              </a:tblGrid>
              <a:tr h="4232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04518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7435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7048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58746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15757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6461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3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29606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4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68785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5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73591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6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515782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7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07504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8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58772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9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908625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400164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55271A01-3F86-FAF2-C235-2E9CA1767EE1}"/>
              </a:ext>
            </a:extLst>
          </p:cNvPr>
          <p:cNvSpPr/>
          <p:nvPr/>
        </p:nvSpPr>
        <p:spPr>
          <a:xfrm>
            <a:off x="9901239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전체 정보 초기화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D9E250-A833-7CAB-D7C6-1432110CC0DC}"/>
              </a:ext>
            </a:extLst>
          </p:cNvPr>
          <p:cNvSpPr/>
          <p:nvPr/>
        </p:nvSpPr>
        <p:spPr>
          <a:xfrm>
            <a:off x="178594" y="78581"/>
            <a:ext cx="11834812" cy="6700838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1D8A22-17D0-5A4D-D1D4-1F63271E7D52}"/>
              </a:ext>
            </a:extLst>
          </p:cNvPr>
          <p:cNvSpPr/>
          <p:nvPr/>
        </p:nvSpPr>
        <p:spPr>
          <a:xfrm>
            <a:off x="3100387" y="1283734"/>
            <a:ext cx="6500812" cy="47280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427D829-B3FC-3F35-9685-8A74929B4990}"/>
              </a:ext>
            </a:extLst>
          </p:cNvPr>
          <p:cNvSpPr/>
          <p:nvPr/>
        </p:nvSpPr>
        <p:spPr>
          <a:xfrm>
            <a:off x="3100387" y="1233728"/>
            <a:ext cx="6500812" cy="32146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백지원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ABAA5A-5BF7-A53C-41E9-75F063C78338}"/>
              </a:ext>
            </a:extLst>
          </p:cNvPr>
          <p:cNvSpPr txBox="1"/>
          <p:nvPr/>
        </p:nvSpPr>
        <p:spPr>
          <a:xfrm>
            <a:off x="7834369" y="1232656"/>
            <a:ext cx="1572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010-5038-5730</a:t>
            </a:r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5F03071-3D69-D725-6375-C38FBE1B0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553157"/>
              </p:ext>
            </p:extLst>
          </p:nvPr>
        </p:nvGraphicFramePr>
        <p:xfrm>
          <a:off x="3203177" y="1957747"/>
          <a:ext cx="6295232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904">
                  <a:extLst>
                    <a:ext uri="{9D8B030D-6E8A-4147-A177-3AD203B41FA5}">
                      <a16:colId xmlns:a16="http://schemas.microsoft.com/office/drawing/2014/main" val="1903517033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1451176628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238517279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1624361746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3898843691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720373779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2416622048"/>
                    </a:ext>
                  </a:extLst>
                </a:gridCol>
                <a:gridCol w="786904">
                  <a:extLst>
                    <a:ext uri="{9D8B030D-6E8A-4147-A177-3AD203B41FA5}">
                      <a16:colId xmlns:a16="http://schemas.microsoft.com/office/drawing/2014/main" val="2343583010"/>
                    </a:ext>
                  </a:extLst>
                </a:gridCol>
              </a:tblGrid>
              <a:tr h="20528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04518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7435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11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7048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12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58746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757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46461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3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296069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4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687859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5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3591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6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15782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7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075049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8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87720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9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908625"/>
                  </a:ext>
                </a:extLst>
              </a:tr>
              <a:tr h="2052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40016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2398158F-CE6F-5B41-9E76-C17A5CBEA24C}"/>
              </a:ext>
            </a:extLst>
          </p:cNvPr>
          <p:cNvSpPr txBox="1"/>
          <p:nvPr/>
        </p:nvSpPr>
        <p:spPr>
          <a:xfrm>
            <a:off x="3150393" y="1609489"/>
            <a:ext cx="3323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가능한 시간을 클릭하세요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. (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범위 드래그 가능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661DD5F-6238-7BC7-6B99-34551B0D2B2A}"/>
              </a:ext>
            </a:extLst>
          </p:cNvPr>
          <p:cNvSpPr/>
          <p:nvPr/>
        </p:nvSpPr>
        <p:spPr>
          <a:xfrm>
            <a:off x="8541147" y="5495212"/>
            <a:ext cx="957262" cy="39290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저장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0214FEC-71D3-B8C4-9E0C-6C4824C32864}"/>
              </a:ext>
            </a:extLst>
          </p:cNvPr>
          <p:cNvSpPr/>
          <p:nvPr/>
        </p:nvSpPr>
        <p:spPr>
          <a:xfrm>
            <a:off x="3317873" y="5495212"/>
            <a:ext cx="957262" cy="39290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 삭제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B6EE74-AC44-5A91-B224-908564D571C3}"/>
              </a:ext>
            </a:extLst>
          </p:cNvPr>
          <p:cNvSpPr txBox="1"/>
          <p:nvPr/>
        </p:nvSpPr>
        <p:spPr>
          <a:xfrm>
            <a:off x="6675121" y="171807"/>
            <a:ext cx="5126410" cy="887254"/>
          </a:xfrm>
          <a:prstGeom prst="roundRect">
            <a:avLst>
              <a:gd name="adj" fmla="val 11002"/>
            </a:avLst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회원을 누르면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시간표에서 회원이 가능한 시간을 선택할 수 있음</a:t>
            </a:r>
            <a:endParaRPr lang="en-US" altLang="ko-KR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헬스장 운영시간이 연동되며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헬스장 휴무시간은 자동으로 회색 음영으로 처리되어 </a:t>
            </a:r>
            <a:r>
              <a:rPr lang="ko-KR" altLang="en-US" sz="1600" dirty="0" err="1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보여짐</a:t>
            </a:r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7929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8757-BF4E-14F9-DA67-0CB6DC8BC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75B25A9-D254-F522-A91A-F226F25F6054}"/>
              </a:ext>
            </a:extLst>
          </p:cNvPr>
          <p:cNvSpPr/>
          <p:nvPr/>
        </p:nvSpPr>
        <p:spPr>
          <a:xfrm>
            <a:off x="257175" y="128587"/>
            <a:ext cx="1407319" cy="4479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회원목록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592D67-0FF1-B5B7-50F8-A2F2DAD886EC}"/>
              </a:ext>
            </a:extLst>
          </p:cNvPr>
          <p:cNvSpPr/>
          <p:nvPr/>
        </p:nvSpPr>
        <p:spPr>
          <a:xfrm>
            <a:off x="3396454" y="6390796"/>
            <a:ext cx="2268540" cy="271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운영시간 등록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92FFE4-CD3F-4408-D544-93AFA6A42AF5}"/>
              </a:ext>
            </a:extLst>
          </p:cNvPr>
          <p:cNvSpPr/>
          <p:nvPr/>
        </p:nvSpPr>
        <p:spPr>
          <a:xfrm>
            <a:off x="257175" y="555070"/>
            <a:ext cx="2764631" cy="61671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D1896-8042-183B-7B6B-C047DB7AD7A9}"/>
              </a:ext>
            </a:extLst>
          </p:cNvPr>
          <p:cNvSpPr txBox="1"/>
          <p:nvPr/>
        </p:nvSpPr>
        <p:spPr>
          <a:xfrm>
            <a:off x="421481" y="664369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백지원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79FFC-008A-5F34-E7DD-CBFE35ACBF8F}"/>
              </a:ext>
            </a:extLst>
          </p:cNvPr>
          <p:cNvSpPr txBox="1"/>
          <p:nvPr/>
        </p:nvSpPr>
        <p:spPr>
          <a:xfrm>
            <a:off x="421481" y="1107282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신진선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6DA182-B6E0-8E98-7D6A-D64D7BDE45F9}"/>
              </a:ext>
            </a:extLst>
          </p:cNvPr>
          <p:cNvSpPr txBox="1"/>
          <p:nvPr/>
        </p:nvSpPr>
        <p:spPr>
          <a:xfrm>
            <a:off x="421481" y="1555197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김영희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89AF9A-2B85-7795-19D8-D4962E8B7BE5}"/>
              </a:ext>
            </a:extLst>
          </p:cNvPr>
          <p:cNvSpPr/>
          <p:nvPr/>
        </p:nvSpPr>
        <p:spPr>
          <a:xfrm>
            <a:off x="657225" y="6302930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 </a:t>
            </a:r>
            <a:r>
              <a:rPr lang="ko-KR" altLang="en-US" sz="160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추가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+</a:t>
            </a:r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DAC730-054C-9499-66D2-32C1F1BA15E3}"/>
              </a:ext>
            </a:extLst>
          </p:cNvPr>
          <p:cNvSpPr/>
          <p:nvPr/>
        </p:nvSpPr>
        <p:spPr>
          <a:xfrm>
            <a:off x="7706122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스케줄 초기화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A5E8B68-4737-24DB-8659-3553B4026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662051"/>
              </p:ext>
            </p:extLst>
          </p:nvPr>
        </p:nvGraphicFramePr>
        <p:xfrm>
          <a:off x="3396454" y="224909"/>
          <a:ext cx="8619336" cy="592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417">
                  <a:extLst>
                    <a:ext uri="{9D8B030D-6E8A-4147-A177-3AD203B41FA5}">
                      <a16:colId xmlns:a16="http://schemas.microsoft.com/office/drawing/2014/main" val="1903517033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45117662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85172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624361746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3898843691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7203737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41662204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43583010"/>
                    </a:ext>
                  </a:extLst>
                </a:gridCol>
              </a:tblGrid>
              <a:tr h="4232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04518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7435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7048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58746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757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46461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3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29606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4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68785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5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3591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6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15782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7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07504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8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8772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9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908625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400164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4B5329-A555-502A-3D6A-C5DE63055925}"/>
              </a:ext>
            </a:extLst>
          </p:cNvPr>
          <p:cNvSpPr/>
          <p:nvPr/>
        </p:nvSpPr>
        <p:spPr>
          <a:xfrm>
            <a:off x="9901239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전체 정보 초기화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FE89D-9E27-F967-2408-156662E0615F}"/>
              </a:ext>
            </a:extLst>
          </p:cNvPr>
          <p:cNvSpPr/>
          <p:nvPr/>
        </p:nvSpPr>
        <p:spPr>
          <a:xfrm>
            <a:off x="5664994" y="963067"/>
            <a:ext cx="2183128" cy="3121598"/>
          </a:xfrm>
          <a:prstGeom prst="roundRect">
            <a:avLst>
              <a:gd name="adj" fmla="val 289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D1401-A26B-16A1-3379-677EC330432D}"/>
              </a:ext>
            </a:extLst>
          </p:cNvPr>
          <p:cNvSpPr txBox="1"/>
          <p:nvPr/>
        </p:nvSpPr>
        <p:spPr>
          <a:xfrm>
            <a:off x="5727668" y="1039952"/>
            <a:ext cx="4988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프리젠테이션 7 Bold" pitchFamily="2" charset="-127"/>
                <a:ea typeface="프리젠테이션 7 Bold" pitchFamily="2" charset="-127"/>
              </a:rPr>
              <a:t>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49BFE-49D0-6AC8-DD98-CA6E38939716}"/>
              </a:ext>
            </a:extLst>
          </p:cNvPr>
          <p:cNvSpPr txBox="1"/>
          <p:nvPr/>
        </p:nvSpPr>
        <p:spPr>
          <a:xfrm>
            <a:off x="5902907" y="1402378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백지원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AC4682-D085-4267-4295-0899B740FBEC}"/>
              </a:ext>
            </a:extLst>
          </p:cNvPr>
          <p:cNvSpPr txBox="1"/>
          <p:nvPr/>
        </p:nvSpPr>
        <p:spPr>
          <a:xfrm>
            <a:off x="5902907" y="1747993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신진선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DDEEE-1DE2-8FEC-86C5-ED1CB3197946}"/>
              </a:ext>
            </a:extLst>
          </p:cNvPr>
          <p:cNvSpPr txBox="1"/>
          <p:nvPr/>
        </p:nvSpPr>
        <p:spPr>
          <a:xfrm>
            <a:off x="7089648" y="1428284"/>
            <a:ext cx="493776" cy="286742"/>
          </a:xfrm>
          <a:prstGeom prst="roundRect">
            <a:avLst>
              <a:gd name="adj" fmla="val 26615"/>
            </a:avLst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선택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B295CF-851D-8E37-CBBB-F69E5960FA30}"/>
              </a:ext>
            </a:extLst>
          </p:cNvPr>
          <p:cNvSpPr txBox="1"/>
          <p:nvPr/>
        </p:nvSpPr>
        <p:spPr>
          <a:xfrm>
            <a:off x="7089648" y="1773899"/>
            <a:ext cx="493776" cy="286742"/>
          </a:xfrm>
          <a:prstGeom prst="roundRect">
            <a:avLst>
              <a:gd name="adj" fmla="val 26615"/>
            </a:avLst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선택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195E4F-3137-1D9F-7A50-B3EAAFDCD6B3}"/>
              </a:ext>
            </a:extLst>
          </p:cNvPr>
          <p:cNvSpPr txBox="1"/>
          <p:nvPr/>
        </p:nvSpPr>
        <p:spPr>
          <a:xfrm>
            <a:off x="5158740" y="4549882"/>
            <a:ext cx="6694258" cy="1413034"/>
          </a:xfrm>
          <a:prstGeom prst="roundRect">
            <a:avLst>
              <a:gd name="adj" fmla="val 11002"/>
            </a:avLst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시간표 칸을 클릭하면 그때를 가능하다고 체크한 회원들의 명단과 그 옆의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‘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선택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’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버튼이 팝업으로 </a:t>
            </a:r>
            <a:r>
              <a:rPr lang="ko-KR" altLang="en-US" sz="1600" dirty="0" err="1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보여짐</a:t>
            </a:r>
            <a:endParaRPr lang="en-US" altLang="ko-KR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팝업창은 화면 내 </a:t>
            </a:r>
            <a:r>
              <a:rPr lang="ko-KR" altLang="en-US" sz="1600" dirty="0" err="1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다른곳을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 클릭하면 사라짐</a:t>
            </a:r>
            <a:endParaRPr lang="en-US" altLang="ko-KR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ko-KR" altLang="en-US" sz="1600" dirty="0" err="1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월화수목의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 경우는 오른쪽에 </a:t>
            </a:r>
            <a:r>
              <a:rPr lang="ko-KR" altLang="en-US" sz="1600" dirty="0" err="1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팝업되며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 err="1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금토일의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 경우에는 왼쪽에 </a:t>
            </a:r>
            <a:r>
              <a:rPr lang="ko-KR" altLang="en-US" sz="1600" dirty="0" err="1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팝업되는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 등 여백을 따라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data-dependent 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하게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 pop-up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window size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가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scaling 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되어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auto align 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됨</a:t>
            </a:r>
            <a:endParaRPr lang="en-US" altLang="ko-KR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642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DC08-9A55-9505-A9FD-9D263145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387E5E4-D900-E074-3758-953DDEF6D00F}"/>
              </a:ext>
            </a:extLst>
          </p:cNvPr>
          <p:cNvSpPr/>
          <p:nvPr/>
        </p:nvSpPr>
        <p:spPr>
          <a:xfrm>
            <a:off x="257175" y="128587"/>
            <a:ext cx="1407319" cy="4479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회원목록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19E75D-07DC-C89C-4E34-6F3740D4558F}"/>
              </a:ext>
            </a:extLst>
          </p:cNvPr>
          <p:cNvSpPr/>
          <p:nvPr/>
        </p:nvSpPr>
        <p:spPr>
          <a:xfrm>
            <a:off x="3396454" y="6390796"/>
            <a:ext cx="2268540" cy="271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운영시간 등록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7C7BC6-96FE-4345-ABA4-FDDCB516F4BA}"/>
              </a:ext>
            </a:extLst>
          </p:cNvPr>
          <p:cNvSpPr/>
          <p:nvPr/>
        </p:nvSpPr>
        <p:spPr>
          <a:xfrm>
            <a:off x="257175" y="555070"/>
            <a:ext cx="2764631" cy="61671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C9306-FA82-8E48-739B-D55208DED6BA}"/>
              </a:ext>
            </a:extLst>
          </p:cNvPr>
          <p:cNvSpPr txBox="1"/>
          <p:nvPr/>
        </p:nvSpPr>
        <p:spPr>
          <a:xfrm>
            <a:off x="421481" y="664369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백지원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289D4-2E5B-72AC-5B40-E2B59B5B2DF4}"/>
              </a:ext>
            </a:extLst>
          </p:cNvPr>
          <p:cNvSpPr txBox="1"/>
          <p:nvPr/>
        </p:nvSpPr>
        <p:spPr>
          <a:xfrm>
            <a:off x="421481" y="1107282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신진선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901217-27F1-932B-30AC-D305CFC2F43D}"/>
              </a:ext>
            </a:extLst>
          </p:cNvPr>
          <p:cNvSpPr txBox="1"/>
          <p:nvPr/>
        </p:nvSpPr>
        <p:spPr>
          <a:xfrm>
            <a:off x="421481" y="1555197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김영희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67A4F4-C2C5-F84E-824F-78F37E646A02}"/>
              </a:ext>
            </a:extLst>
          </p:cNvPr>
          <p:cNvSpPr/>
          <p:nvPr/>
        </p:nvSpPr>
        <p:spPr>
          <a:xfrm>
            <a:off x="657225" y="6302930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 </a:t>
            </a:r>
            <a:r>
              <a:rPr lang="ko-KR" altLang="en-US" sz="160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추가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+</a:t>
            </a:r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531EDA-CF07-8B77-53DA-925D18A83C9B}"/>
              </a:ext>
            </a:extLst>
          </p:cNvPr>
          <p:cNvSpPr/>
          <p:nvPr/>
        </p:nvSpPr>
        <p:spPr>
          <a:xfrm>
            <a:off x="7706122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스케줄 초기화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73A030D-57E8-7915-2ABE-B094D5DFD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081249"/>
              </p:ext>
            </p:extLst>
          </p:nvPr>
        </p:nvGraphicFramePr>
        <p:xfrm>
          <a:off x="3396454" y="224909"/>
          <a:ext cx="8619336" cy="592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417">
                  <a:extLst>
                    <a:ext uri="{9D8B030D-6E8A-4147-A177-3AD203B41FA5}">
                      <a16:colId xmlns:a16="http://schemas.microsoft.com/office/drawing/2014/main" val="1903517033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45117662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85172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624361746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3898843691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7203737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41662204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43583010"/>
                    </a:ext>
                  </a:extLst>
                </a:gridCol>
              </a:tblGrid>
              <a:tr h="4232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04518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7435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백지원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7048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58746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757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46461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3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29606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4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68785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5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3591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6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15782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7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07504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8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8772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9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908625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400164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530560B2-AAE7-2219-AAE4-11F1BCA74F9B}"/>
              </a:ext>
            </a:extLst>
          </p:cNvPr>
          <p:cNvSpPr/>
          <p:nvPr/>
        </p:nvSpPr>
        <p:spPr>
          <a:xfrm>
            <a:off x="9901239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전체 정보 초기화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D9479B-0AA7-1939-8684-6B000D804437}"/>
              </a:ext>
            </a:extLst>
          </p:cNvPr>
          <p:cNvSpPr txBox="1"/>
          <p:nvPr/>
        </p:nvSpPr>
        <p:spPr>
          <a:xfrm>
            <a:off x="1908081" y="690275"/>
            <a:ext cx="493776" cy="286742"/>
          </a:xfrm>
          <a:prstGeom prst="roundRect">
            <a:avLst>
              <a:gd name="adj" fmla="val 26615"/>
            </a:avLst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월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 11</a:t>
            </a:r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E019EF-EC15-9DC7-26AA-4DA582B2FAC0}"/>
              </a:ext>
            </a:extLst>
          </p:cNvPr>
          <p:cNvSpPr txBox="1"/>
          <p:nvPr/>
        </p:nvSpPr>
        <p:spPr>
          <a:xfrm>
            <a:off x="1908081" y="1713014"/>
            <a:ext cx="6694258" cy="361474"/>
          </a:xfrm>
          <a:prstGeom prst="roundRect">
            <a:avLst>
              <a:gd name="adj" fmla="val 11002"/>
            </a:avLst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회원을 클릭하여 시간대에 할당하면 그 시간대가 회원목록에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badge 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로 표시됨</a:t>
            </a:r>
            <a:endParaRPr lang="en-US" altLang="ko-KR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12A2893-3A21-1600-FF68-B76B6D97D63B}"/>
              </a:ext>
            </a:extLst>
          </p:cNvPr>
          <p:cNvCxnSpPr>
            <a:cxnSpLocks/>
            <a:endCxn id="20" idx="3"/>
          </p:cNvCxnSpPr>
          <p:nvPr/>
        </p:nvCxnSpPr>
        <p:spPr>
          <a:xfrm flipH="1" flipV="1">
            <a:off x="2401857" y="833646"/>
            <a:ext cx="2848323" cy="879368"/>
          </a:xfrm>
          <a:prstGeom prst="line">
            <a:avLst/>
          </a:prstGeom>
          <a:ln w="38100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020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A071-1C36-741C-3970-59B14674A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BADF1BF-1036-3623-DAA9-3D7907FDA99A}"/>
              </a:ext>
            </a:extLst>
          </p:cNvPr>
          <p:cNvSpPr/>
          <p:nvPr/>
        </p:nvSpPr>
        <p:spPr>
          <a:xfrm>
            <a:off x="257175" y="128587"/>
            <a:ext cx="1407319" cy="4479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회원목록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43EB41-761E-54F4-C5F3-2BECD1A0D661}"/>
              </a:ext>
            </a:extLst>
          </p:cNvPr>
          <p:cNvSpPr/>
          <p:nvPr/>
        </p:nvSpPr>
        <p:spPr>
          <a:xfrm>
            <a:off x="3396454" y="6390796"/>
            <a:ext cx="2268540" cy="271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운영시간 등록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2FBE6C-410F-7ED0-DC7C-CD5EF8AC0E96}"/>
              </a:ext>
            </a:extLst>
          </p:cNvPr>
          <p:cNvSpPr/>
          <p:nvPr/>
        </p:nvSpPr>
        <p:spPr>
          <a:xfrm>
            <a:off x="257175" y="555070"/>
            <a:ext cx="2764631" cy="61671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54373-2EAA-7C8C-A21B-7F3804C4DCA0}"/>
              </a:ext>
            </a:extLst>
          </p:cNvPr>
          <p:cNvSpPr txBox="1"/>
          <p:nvPr/>
        </p:nvSpPr>
        <p:spPr>
          <a:xfrm>
            <a:off x="421481" y="664369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백지원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1F83C-74E0-E5B3-09B6-E297C652EABE}"/>
              </a:ext>
            </a:extLst>
          </p:cNvPr>
          <p:cNvSpPr txBox="1"/>
          <p:nvPr/>
        </p:nvSpPr>
        <p:spPr>
          <a:xfrm>
            <a:off x="421481" y="1107282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신진선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61F69-9DC8-591C-8C2A-52FC05FE5541}"/>
              </a:ext>
            </a:extLst>
          </p:cNvPr>
          <p:cNvSpPr txBox="1"/>
          <p:nvPr/>
        </p:nvSpPr>
        <p:spPr>
          <a:xfrm>
            <a:off x="421481" y="1555197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김영희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7B35EE-1D53-E77E-2072-28846DB14AF3}"/>
              </a:ext>
            </a:extLst>
          </p:cNvPr>
          <p:cNvSpPr/>
          <p:nvPr/>
        </p:nvSpPr>
        <p:spPr>
          <a:xfrm>
            <a:off x="657225" y="6302930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 </a:t>
            </a:r>
            <a:r>
              <a:rPr lang="ko-KR" altLang="en-US" sz="160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추가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+</a:t>
            </a:r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AB3731-C204-3A7A-AA3A-1F77083AF89D}"/>
              </a:ext>
            </a:extLst>
          </p:cNvPr>
          <p:cNvSpPr/>
          <p:nvPr/>
        </p:nvSpPr>
        <p:spPr>
          <a:xfrm>
            <a:off x="7706122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스케줄 초기화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996D9C9-32D2-011A-0CA3-83A5F5696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948006"/>
              </p:ext>
            </p:extLst>
          </p:nvPr>
        </p:nvGraphicFramePr>
        <p:xfrm>
          <a:off x="3396454" y="224909"/>
          <a:ext cx="8619336" cy="592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417">
                  <a:extLst>
                    <a:ext uri="{9D8B030D-6E8A-4147-A177-3AD203B41FA5}">
                      <a16:colId xmlns:a16="http://schemas.microsoft.com/office/drawing/2014/main" val="1903517033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45117662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85172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624361746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3898843691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7203737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41662204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43583010"/>
                    </a:ext>
                  </a:extLst>
                </a:gridCol>
              </a:tblGrid>
              <a:tr h="4232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04518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7435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백지원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7048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58746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757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46461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3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29606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4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68785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5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3591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6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15782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7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신진선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신진선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07504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8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8772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9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908625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400164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E9FFE5D4-2202-7827-68E7-0E7C79860567}"/>
              </a:ext>
            </a:extLst>
          </p:cNvPr>
          <p:cNvSpPr/>
          <p:nvPr/>
        </p:nvSpPr>
        <p:spPr>
          <a:xfrm>
            <a:off x="9901239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전체 정보 초기화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7D41EE-82A4-10A3-6396-FD638B92573E}"/>
              </a:ext>
            </a:extLst>
          </p:cNvPr>
          <p:cNvSpPr txBox="1"/>
          <p:nvPr/>
        </p:nvSpPr>
        <p:spPr>
          <a:xfrm>
            <a:off x="1908081" y="690275"/>
            <a:ext cx="493776" cy="286742"/>
          </a:xfrm>
          <a:prstGeom prst="roundRect">
            <a:avLst>
              <a:gd name="adj" fmla="val 26615"/>
            </a:avLst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월</a:t>
            </a:r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 11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8AA6BC-7AC9-0E0A-47CF-A6D597F883ED}"/>
              </a:ext>
            </a:extLst>
          </p:cNvPr>
          <p:cNvSpPr txBox="1"/>
          <p:nvPr/>
        </p:nvSpPr>
        <p:spPr>
          <a:xfrm>
            <a:off x="1908081" y="1133188"/>
            <a:ext cx="493776" cy="286742"/>
          </a:xfrm>
          <a:prstGeom prst="roundRect">
            <a:avLst>
              <a:gd name="adj" fmla="val 26615"/>
            </a:avLst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월</a:t>
            </a:r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 7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0A8A6-5E57-C1BA-F8F7-4BCA6AD6444F}"/>
              </a:ext>
            </a:extLst>
          </p:cNvPr>
          <p:cNvSpPr txBox="1"/>
          <p:nvPr/>
        </p:nvSpPr>
        <p:spPr>
          <a:xfrm>
            <a:off x="2464943" y="1133188"/>
            <a:ext cx="493776" cy="286742"/>
          </a:xfrm>
          <a:prstGeom prst="roundRect">
            <a:avLst>
              <a:gd name="adj" fmla="val 26615"/>
            </a:avLst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화 </a:t>
            </a:r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7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882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B0798-E8B6-C9CD-250C-390504C8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5A10954-7C81-22D6-AFA5-A69CC648FB8C}"/>
              </a:ext>
            </a:extLst>
          </p:cNvPr>
          <p:cNvSpPr/>
          <p:nvPr/>
        </p:nvSpPr>
        <p:spPr>
          <a:xfrm>
            <a:off x="257175" y="128587"/>
            <a:ext cx="1407319" cy="4479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회원목록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40EDB0-8671-187C-E6E2-72C2E0A4A80F}"/>
              </a:ext>
            </a:extLst>
          </p:cNvPr>
          <p:cNvSpPr/>
          <p:nvPr/>
        </p:nvSpPr>
        <p:spPr>
          <a:xfrm>
            <a:off x="257175" y="555070"/>
            <a:ext cx="2764631" cy="61671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261471-7880-F3A2-11CA-1E3EFF7E6EE4}"/>
              </a:ext>
            </a:extLst>
          </p:cNvPr>
          <p:cNvSpPr txBox="1"/>
          <p:nvPr/>
        </p:nvSpPr>
        <p:spPr>
          <a:xfrm>
            <a:off x="421481" y="664369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백지원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45C7C-5C38-6AA8-9962-076FD7EDC197}"/>
              </a:ext>
            </a:extLst>
          </p:cNvPr>
          <p:cNvSpPr txBox="1"/>
          <p:nvPr/>
        </p:nvSpPr>
        <p:spPr>
          <a:xfrm>
            <a:off x="421481" y="1107282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신진선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36F2A-8347-A15A-C46C-FDA349586154}"/>
              </a:ext>
            </a:extLst>
          </p:cNvPr>
          <p:cNvSpPr txBox="1"/>
          <p:nvPr/>
        </p:nvSpPr>
        <p:spPr>
          <a:xfrm>
            <a:off x="421481" y="1555197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김영희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C10AE1-4496-3AD4-22EF-D110522FB7D9}"/>
              </a:ext>
            </a:extLst>
          </p:cNvPr>
          <p:cNvSpPr/>
          <p:nvPr/>
        </p:nvSpPr>
        <p:spPr>
          <a:xfrm>
            <a:off x="657225" y="6302930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 </a:t>
            </a:r>
            <a:r>
              <a:rPr lang="ko-KR" altLang="en-US" sz="160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추가 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+</a:t>
            </a:r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6B01A3B7-530C-1D80-7584-D4CE4E0A43EB}"/>
              </a:ext>
            </a:extLst>
          </p:cNvPr>
          <p:cNvGraphicFramePr>
            <a:graphicFrameLocks noGrp="1"/>
          </p:cNvGraphicFramePr>
          <p:nvPr/>
        </p:nvGraphicFramePr>
        <p:xfrm>
          <a:off x="3396454" y="224909"/>
          <a:ext cx="8619336" cy="592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417">
                  <a:extLst>
                    <a:ext uri="{9D8B030D-6E8A-4147-A177-3AD203B41FA5}">
                      <a16:colId xmlns:a16="http://schemas.microsoft.com/office/drawing/2014/main" val="1903517033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45117662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85172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1624361746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3898843691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720373779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416622048"/>
                    </a:ext>
                  </a:extLst>
                </a:gridCol>
                <a:gridCol w="1077417">
                  <a:extLst>
                    <a:ext uri="{9D8B030D-6E8A-4147-A177-3AD203B41FA5}">
                      <a16:colId xmlns:a16="http://schemas.microsoft.com/office/drawing/2014/main" val="2343583010"/>
                    </a:ext>
                  </a:extLst>
                </a:gridCol>
              </a:tblGrid>
              <a:tr h="4232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04518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7435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백지원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7048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58746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757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46461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3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29606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4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68785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5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3591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6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15782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7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신진선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신진선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075049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8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87720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9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908625"/>
                  </a:ext>
                </a:extLst>
              </a:tr>
              <a:tr h="4232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10</a:t>
                      </a:r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40016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B71AE00-5BFD-7710-659C-7877DBD093AC}"/>
              </a:ext>
            </a:extLst>
          </p:cNvPr>
          <p:cNvSpPr txBox="1"/>
          <p:nvPr/>
        </p:nvSpPr>
        <p:spPr>
          <a:xfrm>
            <a:off x="1908081" y="690275"/>
            <a:ext cx="493776" cy="286742"/>
          </a:xfrm>
          <a:prstGeom prst="roundRect">
            <a:avLst>
              <a:gd name="adj" fmla="val 26615"/>
            </a:avLst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월</a:t>
            </a:r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 11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E5AF01-1D48-C195-0775-6F2EC4EF0015}"/>
              </a:ext>
            </a:extLst>
          </p:cNvPr>
          <p:cNvSpPr txBox="1"/>
          <p:nvPr/>
        </p:nvSpPr>
        <p:spPr>
          <a:xfrm>
            <a:off x="1908081" y="1133188"/>
            <a:ext cx="493776" cy="286742"/>
          </a:xfrm>
          <a:prstGeom prst="roundRect">
            <a:avLst>
              <a:gd name="adj" fmla="val 26615"/>
            </a:avLst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월</a:t>
            </a:r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 7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30165-6840-68DB-53B5-BA30A1FD428A}"/>
              </a:ext>
            </a:extLst>
          </p:cNvPr>
          <p:cNvSpPr txBox="1"/>
          <p:nvPr/>
        </p:nvSpPr>
        <p:spPr>
          <a:xfrm>
            <a:off x="2464943" y="1133188"/>
            <a:ext cx="493776" cy="286742"/>
          </a:xfrm>
          <a:prstGeom prst="roundRect">
            <a:avLst>
              <a:gd name="adj" fmla="val 26615"/>
            </a:avLst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화 </a:t>
            </a:r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7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2E07B6-299D-D4D4-6ABA-6D08F3A142FF}"/>
              </a:ext>
            </a:extLst>
          </p:cNvPr>
          <p:cNvSpPr/>
          <p:nvPr/>
        </p:nvSpPr>
        <p:spPr>
          <a:xfrm>
            <a:off x="3396454" y="6390796"/>
            <a:ext cx="2268540" cy="271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운영시간 등록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F21CD5-2608-C92D-81A4-445B5172188B}"/>
              </a:ext>
            </a:extLst>
          </p:cNvPr>
          <p:cNvSpPr/>
          <p:nvPr/>
        </p:nvSpPr>
        <p:spPr>
          <a:xfrm>
            <a:off x="7706122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스케줄 초기화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78127A-A23F-2900-2B92-C523D4B94A96}"/>
              </a:ext>
            </a:extLst>
          </p:cNvPr>
          <p:cNvSpPr/>
          <p:nvPr/>
        </p:nvSpPr>
        <p:spPr>
          <a:xfrm>
            <a:off x="9901239" y="6390797"/>
            <a:ext cx="2114551" cy="271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전체 정보 초기화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43A1E7-B465-3EBB-0F55-11E2F6DB77DB}"/>
              </a:ext>
            </a:extLst>
          </p:cNvPr>
          <p:cNvSpPr txBox="1"/>
          <p:nvPr/>
        </p:nvSpPr>
        <p:spPr>
          <a:xfrm>
            <a:off x="6674155" y="5454251"/>
            <a:ext cx="2968004" cy="624364"/>
          </a:xfrm>
          <a:prstGeom prst="roundRect">
            <a:avLst>
              <a:gd name="adj" fmla="val 11002"/>
            </a:avLst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이미 확정된 스케줄을 다 초기화하기</a:t>
            </a:r>
            <a:endParaRPr lang="en-US" altLang="ko-KR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 가능시간 정보는 사라지지 않음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1600" dirty="0">
              <a:solidFill>
                <a:sysClr val="windowText" lastClr="00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29303D6-7B6E-7626-13E1-8B7FAE5C8180}"/>
              </a:ext>
            </a:extLst>
          </p:cNvPr>
          <p:cNvCxnSpPr>
            <a:stCxn id="13" idx="2"/>
            <a:endCxn id="9" idx="0"/>
          </p:cNvCxnSpPr>
          <p:nvPr/>
        </p:nvCxnSpPr>
        <p:spPr>
          <a:xfrm>
            <a:off x="8158157" y="6078615"/>
            <a:ext cx="605241" cy="312182"/>
          </a:xfrm>
          <a:prstGeom prst="line">
            <a:avLst/>
          </a:prstGeom>
          <a:ln w="38100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9480562-2DE1-CBD1-2CA0-31668897BD5E}"/>
              </a:ext>
            </a:extLst>
          </p:cNvPr>
          <p:cNvSpPr txBox="1"/>
          <p:nvPr/>
        </p:nvSpPr>
        <p:spPr>
          <a:xfrm>
            <a:off x="8966821" y="4589863"/>
            <a:ext cx="2968004" cy="624364"/>
          </a:xfrm>
          <a:prstGeom prst="roundRect">
            <a:avLst>
              <a:gd name="adj" fmla="val 11002"/>
            </a:avLst>
          </a:prstGeom>
          <a:solidFill>
            <a:srgbClr val="FFFFFF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이미 확정된 스케줄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운영시간</a:t>
            </a:r>
            <a:r>
              <a:rPr lang="en-US" altLang="ko-KR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 err="1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회원별</a:t>
            </a:r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 가능시간을 모두 초기화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076B9B2-F588-D151-1BFD-6DA3A192F22A}"/>
              </a:ext>
            </a:extLst>
          </p:cNvPr>
          <p:cNvCxnSpPr>
            <a:cxnSpLocks/>
            <a:stCxn id="16" idx="2"/>
            <a:endCxn id="12" idx="0"/>
          </p:cNvCxnSpPr>
          <p:nvPr/>
        </p:nvCxnSpPr>
        <p:spPr>
          <a:xfrm>
            <a:off x="10450823" y="5214227"/>
            <a:ext cx="507692" cy="1176570"/>
          </a:xfrm>
          <a:prstGeom prst="line">
            <a:avLst/>
          </a:prstGeom>
          <a:ln w="38100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826AAB-DC07-32C9-1D53-CB709536ABC8}"/>
              </a:ext>
            </a:extLst>
          </p:cNvPr>
          <p:cNvSpPr/>
          <p:nvPr/>
        </p:nvSpPr>
        <p:spPr>
          <a:xfrm>
            <a:off x="5806440" y="6390796"/>
            <a:ext cx="1819115" cy="271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rPr>
              <a:t>이미지로 저장</a:t>
            </a:r>
          </a:p>
        </p:txBody>
      </p:sp>
    </p:spTree>
    <p:extLst>
      <p:ext uri="{BB962C8B-B14F-4D97-AF65-F5344CB8AC3E}">
        <p14:creationId xmlns:p14="http://schemas.microsoft.com/office/powerpoint/2010/main" val="2315020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 sz="1600" dirty="0" smtClean="0">
            <a:solidFill>
              <a:sysClr val="windowText" lastClr="000000"/>
            </a:solidFill>
            <a:latin typeface="프리젠테이션 4 Regular" pitchFamily="2" charset="-127"/>
            <a:ea typeface="프리젠테이션 4 Regular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479</Words>
  <Application>Microsoft Office PowerPoint</Application>
  <PresentationFormat>와이드스크린</PresentationFormat>
  <Paragraphs>305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프리젠테이션 4 Regular</vt:lpstr>
      <vt:lpstr>프리젠테이션 7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Jiwon Baek</dc:creator>
  <cp:lastModifiedBy>Jiwon Baek</cp:lastModifiedBy>
  <cp:revision>1</cp:revision>
  <dcterms:created xsi:type="dcterms:W3CDTF">2026-05-07T05:19:42Z</dcterms:created>
  <dcterms:modified xsi:type="dcterms:W3CDTF">2026-05-07T05:44:54Z</dcterms:modified>
</cp:coreProperties>
</file>